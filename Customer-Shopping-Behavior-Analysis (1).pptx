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product categories — spending patterns, customer segments, and subscription behavior —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1953369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Transactional records analyzed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1953369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spanning demographics, purchases &amp; behavior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48600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Review Rating column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48600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Locations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geographic regions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features include customer demographics (Age, Gender, Location, Subscription Status), purchase details (Item, Category, Amount, Season), and shopping behavior (Discount, Promo Code, Frequency, Review Rating, Shipping Type).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74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Preparation in Python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4394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65846"/>
            <a:ext cx="400496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87478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181299"/>
            <a:ext cx="4004965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Imported dataset via pandas; used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structure and summary stats.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54394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768227"/>
            <a:ext cx="4005039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874788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Clean Missing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181299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missing Review Rating values using the median rating per product category.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88771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95402"/>
            <a:ext cx="400496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21855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525069"/>
            <a:ext cx="4004965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binning ages; derived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dropped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288771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109615"/>
            <a:ext cx="4005039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21855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525069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Connected to PostgreSQL and loaded the cleaned DataFrame for SQL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&amp; Spending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Male customers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generated over 2× the revenue of female customers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purchase amount: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$59.76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customers used discounts and spent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above average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averaged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Standard at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168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Ratings &amp; Discount Behavior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7590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5 Products by Rating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1900"/>
            <a:ext cx="3911054" cy="281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1590" y="127590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Discount-Dependent Products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590" y="1631900"/>
            <a:ext cx="1891159" cy="859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1901" y="1786012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Hat — 50%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971901" y="2125861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discount rate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485" y="1631900"/>
            <a:ext cx="1891159" cy="8591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1796" y="1786012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Sneakers — 49.66%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991796" y="2125861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half discounted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1590" y="2619821"/>
            <a:ext cx="1891159" cy="8591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71901" y="2773933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Coat — 49.07%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971901" y="3113782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sensitivity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485" y="2619821"/>
            <a:ext cx="1891159" cy="8591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91796" y="2773933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Sweater — 48.17%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91796" y="3113782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Outerwear trend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41590" y="3607743"/>
            <a:ext cx="1891159" cy="8591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71901" y="3761854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Pants — 47.37%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971901" y="4101703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category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403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&amp; 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908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7137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34592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customers are subscribers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spend slightly more on average (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$59.87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$59.49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generated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$170,436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total revenue vs.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$62,645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subscribers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repeat buyers (&gt;5 purchases):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2,518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non-subscribers vs.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958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subscribers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630439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7DFF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84549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793406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opportunity to convert high-frequency non-subscribers.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13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Segments &amp; Age Group Revenue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99915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841674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48185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80% of base, highest lifetime value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99915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841674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148185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Growth potential with targeted engagement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885331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027090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 Customers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33360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Smallest segment, critical for acquisition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86164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age group is remarkably balanced: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Young Adult 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Middle-aged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$59,197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Adult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$55,978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Senior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$55,763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indicating broad cross-generational appeal.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Category Performance &amp; Shipping Preferences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Products per Category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Accessories: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Jewelry (171), Sunglasses (161), Belt (161)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Clothing: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Blouse (171), Pants (171), Shirt (169)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852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Shipping Preferences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84849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Shipping leads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675 orders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followed closely by Standard (654), Store Pickup (650), Next Day Air (648), Express (646), and 2-Day Shipping (627) — all tightly clustered.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307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4246"/>
            <a:ext cx="5181377" cy="2843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270" y="1304702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Highlights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17270" y="1652215"/>
            <a:ext cx="263530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Behavior Dashboard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a comprehensive, filterable view of all key metrics: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17270" y="2420913"/>
            <a:ext cx="2635300" cy="213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3.9K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 ·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$59.76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purchase ·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3.75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rating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split: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27% Yes / 73% No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&amp; Sales by Category (Clothing, Accessories, Footwear, Outerwear)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&amp; Sales by Age Group (Young Adult, Middle-aged, Adult, Senior)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Filters: Subscription, Gender, Category, Shipping Type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17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3827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486942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793453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 to convert high-frequency non-subscribers.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43827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486942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1793453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grow the Loyal segment (currently 3,116 customers).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3059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579266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885777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lift with margin control — Hats and Sneakers are 50% discounted.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5305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579266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885777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and express-shipping users for maximum ROI.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22923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671590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Personalized Recommendations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3978101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 products based on customers' previous purchases and browsing behavior.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622923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671590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 Shipping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3978101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express shipping options and ensure faster delivery to improve satisfaction.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2026-07-30T08:08:09Z</dcterms:created>
  <dcterms:modified xsi:type="dcterms:W3CDTF">2026-07-30T08:08:09Z</dcterms:modified>
</cp:coreProperties>
</file>